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ADE6-9E92-CE1B-30CA-2D0E4051C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2C631-8ECA-899C-9C0F-24541C522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CA15-DB56-2354-4D37-00586A80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194F4-9798-B91F-EA15-B44ED6E2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79E1-2137-16C2-9A47-57517EE3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9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D6C0-1603-23E5-57F4-4B6ACE0D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18B5-5174-11B3-E445-B2C984EFA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632D-B901-1758-6914-D285249D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AFE79-9643-E53F-4466-611230E4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7BA71-F0CF-1106-EA37-4F1A97FA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6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0CB0-553B-F50C-3CC1-FA44FB07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21915-3BE3-4B99-BF34-0EA69590F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7ECD0-700D-24C5-BB6B-51964AF4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63EB8-E92C-3C65-6498-E1E47C59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C7B01-AEA2-6EC3-90F4-6A459251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E044-597E-E6E4-C76E-B67B6A0D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21A35-890D-2F61-3A03-0D8EBBA09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02DC3-C591-6863-EF15-E54E6BB31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5A5DC-5E08-E391-1B5D-C114FA2E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97FBA-74FA-E577-073E-58032D5C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72EE2-7C53-5E44-581F-08622F96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7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94CDF-5934-507C-228F-0AF832AA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289BA-D0CB-2563-CB37-AC5D3C6C0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FB878-74D4-CC37-447F-70C80BCCD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ADF26-94F5-B77C-4B5A-68DE18023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6A891-031B-15DD-DB37-5972628AF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45CC5-1BEF-B348-971D-67406A2E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89880-C29F-CCF7-EB9E-8A45BDB3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07736-CFFC-5221-E4B0-C907F4B2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1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CAB9-6011-9442-C962-55CD5132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287A5-0BDE-3B7E-BDB7-63ADB000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63FC3-D886-0B8B-8EE0-4F3F8246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FEBEB-8CCB-B01B-E4F4-DA9D2220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49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2D4F1-7234-C123-D285-0D2D7578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63B3E-1B3E-AE96-EBB0-5D3F319D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78EC8-FF5C-B54F-6F9C-91E53ECC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72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A5EE-C67B-269B-02CD-BE5DC241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FDC5D-EE30-F0D9-1FCC-8E94583C0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C687F-E042-249E-19C3-BED5591AD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2A026-119B-2385-1EDE-E64D681C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439AE-C21E-F070-2EA6-BB19C6749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37E0A-A05B-6CB4-8402-DB5C0C44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4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1196-8427-3DCD-3EAE-A1D485D2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8EBBA-4629-2BA1-1274-93E45EA82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36F6C-512A-A503-0EBB-693647155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CE1C4-7F7F-3849-26A3-4A7658A9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99143-71B0-4B55-A7A4-7FDE4182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E70F5-C923-971D-7DBD-4F826BE7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3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FAA9-3995-7C85-5F3A-B48AC12A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C2958-97D1-6CE9-9C30-8C44A0AB3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8E3B-C630-5431-D632-BC4ED51F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73F5-7B4E-CD1B-23C7-C11C55EE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CF30D-928E-0004-6A0A-3660C435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90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64F74-E45C-CE99-EC50-165C2A6CB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5C087-143E-F8C5-9F27-502494417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4E9F3-829B-D5FB-F7E4-021B2EF1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17745-A5B5-C5A8-E776-F8EBCAAE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AAF72-8F07-D6BB-AFC9-9C844ADC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1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F0201-B570-752F-5B87-7B0C369B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C701E-60E9-9543-98ED-9C8520EC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1093B-9B7E-C917-C73B-A58C9D1DE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662EB-E3F3-45BF-BA30-6DC41C851B45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170CC-3C6F-0CC6-680D-BBF585FDD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BC9D2-D830-88FB-6C51-22DAE1EEE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EEC27E-65B2-65DB-E6E8-155F47DBD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1590675"/>
            <a:ext cx="9153525" cy="40195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C2F9469-9B84-1999-CF3C-8E5DC922162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234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Samples set</a:t>
            </a:r>
          </a:p>
        </p:txBody>
      </p:sp>
    </p:spTree>
    <p:extLst>
      <p:ext uri="{BB962C8B-B14F-4D97-AF65-F5344CB8AC3E}">
        <p14:creationId xmlns:p14="http://schemas.microsoft.com/office/powerpoint/2010/main" val="3855673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6D45-5568-9C6A-5FD0-AC3463B1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/>
          <a:lstStyle/>
          <a:p>
            <a:r>
              <a:rPr lang="en-US" dirty="0"/>
              <a:t>Seq QC: Target fraction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AE7473-2B33-A0AF-57E4-B2E02E385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81" y="1435759"/>
            <a:ext cx="2342483" cy="23774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3552C0-184B-EB29-A0DD-3171DCEA8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929" y="1435759"/>
            <a:ext cx="2359955" cy="23774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494099-403F-2CE5-5244-A8E66B234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534" y="1435759"/>
            <a:ext cx="2359955" cy="23774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88EF173-D8FD-1D1B-2DD1-89C11EA1C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781" y="4008212"/>
            <a:ext cx="2359955" cy="23774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66425F-4524-D829-B30B-7C96123D9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6401" y="3996396"/>
            <a:ext cx="2342483" cy="23774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AE554FF-D89F-D3B6-0D69-84D0D607F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4139" y="1435759"/>
            <a:ext cx="2359955" cy="23774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AEDAE4-4FBA-5158-5841-FBD2CB9CCD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6224" y="4008212"/>
            <a:ext cx="2359955" cy="237744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E0DB482-A604-BD48-6055-BCD2F89FBF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3519" y="4008212"/>
            <a:ext cx="2359955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4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DA1C71-BC73-97B8-32AA-CC1F8A2D0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35" y="1265283"/>
            <a:ext cx="2624561" cy="2663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A9E8DB-7E2A-D917-BAF1-DFDFBC600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383" y="1265283"/>
            <a:ext cx="2644148" cy="2663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4E1297-CA0A-D4E5-D5AE-17AF3CEDE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618" y="1265283"/>
            <a:ext cx="2644148" cy="26637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5A32C3-465A-2D15-260A-6FE84D998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853" y="1265283"/>
            <a:ext cx="2644148" cy="26637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EB4FCD-4771-BEA6-ACFC-3BA832285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969" y="4053114"/>
            <a:ext cx="2624561" cy="26637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FFE9DC-F72B-5619-98D6-FB77F61FD8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6205" y="4053114"/>
            <a:ext cx="2624561" cy="266373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87DB7C1-E6B0-97FC-17D1-EC098432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6061"/>
          </a:xfrm>
        </p:spPr>
        <p:txBody>
          <a:bodyPr/>
          <a:lstStyle/>
          <a:p>
            <a:r>
              <a:rPr lang="en-US" dirty="0"/>
              <a:t>Seq QC: Genome-wide fraction</a:t>
            </a:r>
          </a:p>
        </p:txBody>
      </p:sp>
    </p:spTree>
    <p:extLst>
      <p:ext uri="{BB962C8B-B14F-4D97-AF65-F5344CB8AC3E}">
        <p14:creationId xmlns:p14="http://schemas.microsoft.com/office/powerpoint/2010/main" val="2459974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8AD4-CAF1-C609-0657-BE11F444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Target methylation density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4BE17-B4AD-0046-3B67-91A844F4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781050"/>
            <a:ext cx="8429625" cy="2559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B2AD89-F8E7-F142-DDCF-BA186DB9D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344" y="3598822"/>
            <a:ext cx="3821906" cy="294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94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7450-5DB4-2AD1-8123-B0544067D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739775"/>
          </a:xfrm>
        </p:spPr>
        <p:txBody>
          <a:bodyPr/>
          <a:lstStyle/>
          <a:p>
            <a:r>
              <a:rPr lang="en-US" dirty="0"/>
              <a:t>Genome-wide methylation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A1DAF-4B22-F6DC-CA7B-1763C0CE3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" y="1081290"/>
            <a:ext cx="7730844" cy="2347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DEADC3-6CED-5C1D-C462-ABCF6DBA8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299" y="1296454"/>
            <a:ext cx="4074127" cy="22475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601F99-1686-30CC-4C5C-20C8786C6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17" y="4004127"/>
            <a:ext cx="7028002" cy="23946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75A3A9-BE38-505C-C2F0-AAF6C9484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713" y="3975487"/>
            <a:ext cx="3308437" cy="252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79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17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Seq QC: Target fraction</vt:lpstr>
      <vt:lpstr>Seq QC: Genome-wide fraction</vt:lpstr>
      <vt:lpstr>Target methylation density</vt:lpstr>
      <vt:lpstr>Genome-wide methylation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DAC HO</dc:creator>
  <cp:lastModifiedBy>VO DAC HO</cp:lastModifiedBy>
  <cp:revision>28</cp:revision>
  <dcterms:created xsi:type="dcterms:W3CDTF">2025-06-26T03:28:53Z</dcterms:created>
  <dcterms:modified xsi:type="dcterms:W3CDTF">2025-06-26T05:57:27Z</dcterms:modified>
</cp:coreProperties>
</file>